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64610-51E9-4400-9A46-CAFEAB81EFF0}" v="371" dt="2026-10-19T15:32:09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3613"/>
            <a:ext cx="9144000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Understanding git, and git Command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B09E-D81E-89AF-FF5E-D1C1DC38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Download and Install git in Desktop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7C837-EB5E-C7D7-3817-DEC0CFC53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https://git-scm.com/install/windows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Command to check git </a:t>
            </a:r>
            <a:r>
              <a:rPr lang="en-US"/>
              <a:t>existence</a:t>
            </a:r>
            <a:r>
              <a:rPr lang="en-US" dirty="0"/>
              <a:t> :</a:t>
            </a:r>
          </a:p>
          <a:p>
            <a:pPr marL="514350" indent="-514350">
              <a:buAutoNum type="arabicPeriod"/>
            </a:pPr>
            <a:r>
              <a:rPr lang="en-US"/>
              <a:t>git </a:t>
            </a:r>
          </a:p>
          <a:p>
            <a:pPr marL="514350" indent="-514350">
              <a:buAutoNum type="arabicPeriod"/>
            </a:pPr>
            <a:r>
              <a:rPr lang="en-US"/>
              <a:t>git --version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2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05F5C-A2BC-EAAE-7655-A95E3451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dirty="0"/>
              <a:t>Set global username </a:t>
            </a:r>
            <a:r>
              <a:rPr lang="en-US" b="1"/>
              <a:t>and </a:t>
            </a:r>
            <a:r>
              <a:rPr lang="en-US" b="1" dirty="0"/>
              <a:t>email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96867-D99C-0A53-8F5C-23F189616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Command:</a:t>
            </a:r>
          </a:p>
          <a:p>
            <a:pPr marL="0" indent="0">
              <a:buNone/>
            </a:pPr>
            <a:r>
              <a:rPr lang="en-US">
                <a:latin typeface="Aptos"/>
              </a:rPr>
              <a:t>Set global username:</a:t>
            </a: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sz="2400">
                <a:latin typeface="monospace"/>
              </a:rPr>
              <a:t>git config --global user.name "Your Name"</a:t>
            </a:r>
          </a:p>
          <a:p>
            <a:pPr marL="0" indent="0">
              <a:buNone/>
            </a:pPr>
            <a:endParaRPr lang="en-US" sz="2400" dirty="0">
              <a:latin typeface="monospace"/>
            </a:endParaRPr>
          </a:p>
          <a:p>
            <a:pPr marL="0" indent="0">
              <a:buNone/>
            </a:pPr>
            <a:r>
              <a:rPr lang="en-US" sz="2400">
                <a:latin typeface="monospace"/>
              </a:rPr>
              <a:t>Set global email:</a:t>
            </a:r>
          </a:p>
          <a:p>
            <a:pPr marL="0" indent="0">
              <a:buNone/>
            </a:pPr>
            <a:r>
              <a:rPr lang="en-US" sz="2400" dirty="0">
                <a:latin typeface="monospace"/>
              </a:rPr>
              <a:t>git config --global </a:t>
            </a:r>
            <a:r>
              <a:rPr lang="en-US" sz="2400" dirty="0" err="1">
                <a:latin typeface="monospace"/>
              </a:rPr>
              <a:t>user.email</a:t>
            </a:r>
            <a:r>
              <a:rPr lang="en-US" sz="2400" dirty="0">
                <a:latin typeface="monospace"/>
              </a:rPr>
              <a:t> "your_email@example.com"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938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44F4-4B42-765E-AEE6-F28E915E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Create .</a:t>
            </a:r>
            <a:r>
              <a:rPr lang="en-US" b="1" err="1"/>
              <a:t>gitignore</a:t>
            </a:r>
            <a:r>
              <a:rPr lang="en-US" b="1"/>
              <a:t> file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DD373-5D5F-E16D-260D-BC592DE36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__</a:t>
            </a:r>
            <a:r>
              <a:rPr lang="en-US" sz="16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pycache</a:t>
            </a: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__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/</a:t>
            </a:r>
            <a:r>
              <a:rPr lang="en-US" sz="16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node_modules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.idea/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.serverless/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/</a:t>
            </a:r>
            <a:r>
              <a:rPr lang="en-US" sz="16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dist</a:t>
            </a: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/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/build/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*.egg-info/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*.</a:t>
            </a:r>
            <a:r>
              <a:rPr lang="en-US" sz="16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pyc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.</a:t>
            </a:r>
            <a:r>
              <a:rPr lang="en-US" sz="16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mypy_cache</a:t>
            </a:r>
            <a:br>
              <a:rPr lang="en-US" sz="1600" dirty="0">
                <a:highlight>
                  <a:srgbClr val="FFFFFF"/>
                </a:highlight>
                <a:latin typeface="Consolas"/>
              </a:rPr>
            </a:b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/.</a:t>
            </a:r>
            <a:r>
              <a:rPr lang="en-US" sz="16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venv</a:t>
            </a:r>
            <a:r>
              <a:rPr lang="en-US" sz="16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  <a:t>/*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710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074F-1899-B608-2A53-2DF26B1A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Basic git command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7782-DCE7-5BF7-A6D5-9CA14EE0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endParaRPr lang="en-US"/>
          </a:p>
          <a:p>
            <a:r>
              <a:rPr lang="en-US"/>
              <a:t>git add . (here . means adding all)</a:t>
            </a:r>
          </a:p>
          <a:p>
            <a:r>
              <a:rPr lang="en-US"/>
              <a:t>git commit –m "message"</a:t>
            </a:r>
          </a:p>
          <a:p>
            <a:r>
              <a:rPr lang="en-US"/>
              <a:t>git branch –M master(Master</a:t>
            </a:r>
            <a:r>
              <a:rPr lang="en-US" dirty="0"/>
              <a:t> is a branch name)</a:t>
            </a:r>
          </a:p>
          <a:p>
            <a:r>
              <a:rPr lang="en-US"/>
              <a:t>git pull</a:t>
            </a:r>
          </a:p>
          <a:p>
            <a:r>
              <a:rPr lang="en-US" dirty="0"/>
              <a:t>git push –u origin master(Here </a:t>
            </a:r>
            <a:r>
              <a:rPr lang="en-US"/>
              <a:t>master is</a:t>
            </a:r>
            <a:r>
              <a:rPr lang="en-US" dirty="0"/>
              <a:t> a branch name)</a:t>
            </a:r>
          </a:p>
        </p:txBody>
      </p:sp>
    </p:spTree>
    <p:extLst>
      <p:ext uri="{BB962C8B-B14F-4D97-AF65-F5344CB8AC3E}">
        <p14:creationId xmlns:p14="http://schemas.microsoft.com/office/powerpoint/2010/main" val="319659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D8F1-96F6-1893-A732-0F0FA48E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Install Postgres</a:t>
            </a:r>
            <a:r>
              <a:rPr lang="en-US" b="1" dirty="0"/>
              <a:t> database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D5532-9E55-63A2-30AE-7128936C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https://www.postgresql.org/download/windows/</a:t>
            </a:r>
          </a:p>
        </p:txBody>
      </p:sp>
    </p:spTree>
    <p:extLst>
      <p:ext uri="{BB962C8B-B14F-4D97-AF65-F5344CB8AC3E}">
        <p14:creationId xmlns:p14="http://schemas.microsoft.com/office/powerpoint/2010/main" val="262272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5A42-B14A-F350-76F4-B986914E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1DA3-4517-437F-32B1-2EDC7D5BE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pip install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uvicorn</a:t>
            </a:r>
            <a:r>
              <a:rPr lang="en-US" dirty="0"/>
              <a:t> </a:t>
            </a:r>
            <a:r>
              <a:rPr lang="en-US" dirty="0" err="1"/>
              <a:t>sqlalchemy</a:t>
            </a:r>
            <a:r>
              <a:rPr lang="en-US" dirty="0"/>
              <a:t> psycopg2-binary </a:t>
            </a:r>
            <a:r>
              <a:rPr lang="en-US" dirty="0" err="1"/>
              <a:t>pydantic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add dependency in requirements.txt</a:t>
            </a:r>
          </a:p>
          <a:p>
            <a:r>
              <a:rPr lang="en-US" dirty="0" err="1"/>
              <a:t>fastapi</a:t>
            </a:r>
            <a:r>
              <a:rPr lang="en-US" dirty="0"/>
              <a:t>==0.111.0</a:t>
            </a:r>
          </a:p>
          <a:p>
            <a:r>
              <a:rPr lang="en-US" dirty="0" err="1"/>
              <a:t>uvicorn</a:t>
            </a:r>
            <a:r>
              <a:rPr lang="en-US" dirty="0"/>
              <a:t>==0.29.0</a:t>
            </a:r>
          </a:p>
          <a:p>
            <a:r>
              <a:rPr lang="en-US" dirty="0" err="1"/>
              <a:t>sqlalchemy</a:t>
            </a:r>
            <a:r>
              <a:rPr lang="en-US" dirty="0"/>
              <a:t>==2.0.29</a:t>
            </a:r>
          </a:p>
          <a:p>
            <a:r>
              <a:rPr lang="en-US"/>
              <a:t>psycopg2-binary==2.9.9</a:t>
            </a:r>
          </a:p>
          <a:p>
            <a:r>
              <a:rPr lang="en-US" dirty="0" err="1"/>
              <a:t>pydantic</a:t>
            </a:r>
            <a:r>
              <a:rPr lang="en-US" dirty="0"/>
              <a:t>==2.7.1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3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8DF4-6C1F-0E60-C70C-4293499B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/>
              <a:t>Change</a:t>
            </a:r>
            <a:r>
              <a:rPr lang="en-US" b="1" dirty="0"/>
              <a:t> path in db.py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7E918-FD8C-5931-008C-714C344F3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SQLALCHEMY_DATABASE_URL = "postgresql+psycopg2://postgres:your_password@localhost:5432/</a:t>
            </a:r>
            <a:r>
              <a:rPr lang="en-US" dirty="0" err="1">
                <a:ea typeface="+mn-lt"/>
                <a:cs typeface="+mn-lt"/>
              </a:rPr>
              <a:t>test_db</a:t>
            </a:r>
            <a:r>
              <a:rPr lang="en-US" dirty="0">
                <a:ea typeface="+mn-lt"/>
                <a:cs typeface="+mn-lt"/>
              </a:rPr>
              <a:t>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42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Understanding git, and git Command</vt:lpstr>
      <vt:lpstr>Download and Install git in Desktop</vt:lpstr>
      <vt:lpstr>Set global username and email</vt:lpstr>
      <vt:lpstr>Create .gitignore file</vt:lpstr>
      <vt:lpstr>Basic git command</vt:lpstr>
      <vt:lpstr>Install Postgres database</vt:lpstr>
      <vt:lpstr>PowerPoint Presentation</vt:lpstr>
      <vt:lpstr>Change path in db.py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2026-10-19T13:39:48Z</dcterms:created>
  <dcterms:modified xsi:type="dcterms:W3CDTF">2026-10-20T02:22:05Z</dcterms:modified>
</cp:coreProperties>
</file>